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011680" cy="4114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Statistics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Encryption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348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056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&amp; Widget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8348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1097280"/>
            <a:ext cx="22860" cy="18288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206240"/>
            <a:ext cx="1371600" cy="1371600"/>
          </a:xfrm>
          <a:prstGeom prst="ellipse">
            <a:avLst/>
          </a:prstGeom>
          <a:solidFill>
            <a:srgbClr val="A5D6A7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3840480"/>
            <a:ext cx="548640" cy="54864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