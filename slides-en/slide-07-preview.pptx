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Statistics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Budget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per category per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green → 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actual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per category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 visual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Month/year navigation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Progress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475488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0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5204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2674620" cy="347472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3977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34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4434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3657600"/>
            <a:ext cx="1463040" cy="146304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023360"/>
            <a:ext cx="731520" cy="73152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