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 Overview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2926080" cy="36576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960120"/>
            <a:ext cx="2560320" cy="1508760"/>
          </a:xfrm>
          <a:prstGeom prst="rect">
            <a:avLst>
              <a:gd name="adj" fmla="val 4848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33272"/>
            <a:ext cx="54864" cy="1362456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143000"/>
            <a:ext cx="548640" cy="54864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143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80160" y="116128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0080" y="17830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transaction recording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337560" y="960120"/>
            <a:ext cx="2560320" cy="1508760"/>
          </a:xfrm>
          <a:prstGeom prst="rect">
            <a:avLst>
              <a:gd name="adj" fmla="val 4848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37560" y="1033272"/>
            <a:ext cx="54864" cy="1362456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14" name="Shape 12"/>
          <p:cNvSpPr/>
          <p:nvPr/>
        </p:nvSpPr>
        <p:spPr>
          <a:xfrm>
            <a:off x="3520440" y="1143000"/>
            <a:ext cx="548640" cy="54864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5" name="Text 13"/>
          <p:cNvSpPr/>
          <p:nvPr/>
        </p:nvSpPr>
        <p:spPr>
          <a:xfrm>
            <a:off x="3520440" y="1143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160520" y="116128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520440" y="17830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Multi-wallet with balance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17920" y="960120"/>
            <a:ext cx="2560320" cy="1508760"/>
          </a:xfrm>
          <a:prstGeom prst="rect">
            <a:avLst>
              <a:gd name="adj" fmla="val 4848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1033272"/>
            <a:ext cx="54864" cy="1362456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0" y="1143000"/>
            <a:ext cx="548640" cy="54864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1143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040880" y="116128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400800" y="17830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budget per category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2743200"/>
            <a:ext cx="2560320" cy="1508760"/>
          </a:xfrm>
          <a:prstGeom prst="rect">
            <a:avLst>
              <a:gd name="adj" fmla="val 4848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2816352"/>
            <a:ext cx="54864" cy="1362456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26" name="Shape 24"/>
          <p:cNvSpPr/>
          <p:nvPr/>
        </p:nvSpPr>
        <p:spPr>
          <a:xfrm>
            <a:off x="640080" y="2926080"/>
            <a:ext cx="548640" cy="54864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2926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280160" y="294436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640080" y="35661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reports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337560" y="2743200"/>
            <a:ext cx="2560320" cy="1508760"/>
          </a:xfrm>
          <a:prstGeom prst="rect">
            <a:avLst>
              <a:gd name="adj" fmla="val 4848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37560" y="2816352"/>
            <a:ext cx="54864" cy="1362456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32" name="Shape 30"/>
          <p:cNvSpPr/>
          <p:nvPr/>
        </p:nvSpPr>
        <p:spPr>
          <a:xfrm>
            <a:off x="3520440" y="2926080"/>
            <a:ext cx="548640" cy="54864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3" name="Text 31"/>
          <p:cNvSpPr/>
          <p:nvPr/>
        </p:nvSpPr>
        <p:spPr>
          <a:xfrm>
            <a:off x="3520440" y="2926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BK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4160520" y="294436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3520440" y="35661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encrypted backup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217920" y="2743200"/>
            <a:ext cx="2560320" cy="1508760"/>
          </a:xfrm>
          <a:prstGeom prst="rect">
            <a:avLst>
              <a:gd name="adj" fmla="val 4848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17920" y="2816352"/>
            <a:ext cx="54864" cy="1362456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38" name="Shape 36"/>
          <p:cNvSpPr/>
          <p:nvPr/>
        </p:nvSpPr>
        <p:spPr>
          <a:xfrm>
            <a:off x="6400800" y="2926080"/>
            <a:ext cx="548640" cy="54864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9" name="Text 37"/>
          <p:cNvSpPr/>
          <p:nvPr/>
        </p:nvSpPr>
        <p:spPr>
          <a:xfrm>
            <a:off x="6400800" y="2926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7040880" y="294436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6400800" y="35661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+ Biometric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-365760" y="4389120"/>
            <a:ext cx="1097280" cy="1097280"/>
          </a:xfrm>
          <a:prstGeom prst="ellipse">
            <a:avLst/>
          </a:prstGeom>
          <a:solidFill>
            <a:srgbClr val="A5D6A7">
              <a:alpha val="5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8229600" y="4114800"/>
            <a:ext cx="1188720" cy="1188720"/>
          </a:xfrm>
          <a:prstGeom prst="ellipse">
            <a:avLst/>
          </a:prstGeom>
          <a:solidFill>
            <a:srgbClr val="66BB6A">
              <a:alpha val="4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45" name="Text 4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2026-04-01T20:32:17Z</dcterms:created>
  <dcterms:modified xsi:type="dcterms:W3CDTF">2026-04-01T20:32:17Z</dcterms:modified>
</cp:coreProperties>
</file>