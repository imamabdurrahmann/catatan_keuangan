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 &amp; Home Widget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scheme: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/, /settings, /statistik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14.x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configured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Widget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balance on home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update on transaction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1.2jt, 500rb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XML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315968"/>
            <a:ext cx="3657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BB6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/statistik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