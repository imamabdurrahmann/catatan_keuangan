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Encryption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37744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file list with metadata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 Encryption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Swipe-to-delete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list or file picker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Lock 4-6 digit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(Fingerprint/Face)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on background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required if biometric enabled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2900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