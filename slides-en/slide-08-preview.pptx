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Reports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8288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3474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monthly report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thumbnails in PDF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printing package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images per transaction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10912" y="987552"/>
            <a:ext cx="3657600" cy="374904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657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914400"/>
            <a:ext cx="36576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914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Records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1508760"/>
            <a:ext cx="2011680" cy="256032"/>
          </a:xfrm>
          <a:prstGeom prst="rect">
            <a:avLst/>
          </a:prstGeom>
          <a:solidFill>
            <a:srgbClr val="A5D6A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508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Financial_Records_April_2026.pdf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74920" y="1874520"/>
            <a:ext cx="3108960" cy="292608"/>
          </a:xfrm>
          <a:prstGeom prst="rect">
            <a:avLst/>
          </a:prstGeom>
          <a:solidFill>
            <a:srgbClr val="66BB6A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874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7804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4920" y="2167128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1671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7220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2,000,000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7804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1,600,000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74920" y="24597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7220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500,000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7804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225,000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752344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7523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7220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300,000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17804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74920" y="2971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Attachments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Financial_Records_April_2026.pdf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2026-04-01T20:32:17Z</dcterms:created>
  <dcterms:modified xsi:type="dcterms:W3CDTF">2026-04-01T20:32:17Z</dcterms:modified>
</cp:coreProperties>
</file>