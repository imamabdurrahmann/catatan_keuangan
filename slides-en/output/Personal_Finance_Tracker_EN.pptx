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114800"/>
            <a:ext cx="137160" cy="1371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251960"/>
            <a:ext cx="91440" cy="91440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977640"/>
            <a:ext cx="109728" cy="109728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Finance Tracker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Financial Management App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your finances with ease and security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2011680" cy="4114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Statistics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056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348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Encryption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8348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8348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056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 &amp; Widget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8348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1097280"/>
            <a:ext cx="22860" cy="182880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4206240"/>
            <a:ext cx="1371600" cy="1371600"/>
          </a:xfrm>
          <a:prstGeom prst="ellipse">
            <a:avLst/>
          </a:prstGeom>
          <a:solidFill>
            <a:srgbClr val="A5D6A7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21040" y="3840480"/>
            <a:ext cx="548640" cy="54864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926080" cy="365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 recording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6052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204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Multi-wallet with balance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96012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3327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1430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1161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budget per category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3756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16052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52044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backup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743200"/>
            <a:ext cx="2560320" cy="1508760"/>
          </a:xfrm>
          <a:prstGeom prst="rect">
            <a:avLst>
              <a:gd name="adj" fmla="val 484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2816352"/>
            <a:ext cx="54864" cy="136245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0" y="292608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40880" y="2944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0080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+ Biometric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-365760" y="4389120"/>
            <a:ext cx="1097280" cy="1097280"/>
          </a:xfrm>
          <a:prstGeom prst="ellipse">
            <a:avLst/>
          </a:prstGeom>
          <a:solidFill>
            <a:srgbClr val="A5D6A7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4114800"/>
            <a:ext cx="1188720" cy="1188720"/>
          </a:xfrm>
          <a:prstGeom prst="ellipse">
            <a:avLst/>
          </a:prstGeom>
          <a:solidFill>
            <a:srgbClr val="66BB6A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145536"/>
            <a:ext cx="9144000" cy="5486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capabilities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3657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9120"/>
            <a:ext cx="182880" cy="73152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Recording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Income &amp; Expense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custom icons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Attachments: photos &amp; arbitrary files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Recurring: Daily, Weekly, Monthly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with restore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4064" y="1152144"/>
            <a:ext cx="3657600" cy="3474720"/>
          </a:xfrm>
          <a:prstGeom prst="rect">
            <a:avLst/>
          </a:prstGeom>
          <a:solidFill>
            <a:srgbClr val="A5D6A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097280"/>
            <a:ext cx="36576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097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737360"/>
            <a:ext cx="3657600" cy="59436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1874520"/>
            <a:ext cx="320040" cy="32004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+ 8,500,000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2322576"/>
            <a:ext cx="3291840" cy="914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2080" y="2468880"/>
            <a:ext cx="320040" cy="32004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331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- 250,000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2916936"/>
            <a:ext cx="3291840" cy="914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2926080"/>
            <a:ext cx="3657600" cy="59436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3063240"/>
            <a:ext cx="320040" cy="32004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2926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- 45,000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3657600"/>
            <a:ext cx="1188720" cy="292608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657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657600"/>
            <a:ext cx="1005840" cy="292608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657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Attachment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Multi-Wallet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delete wallet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color per wallet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auto-synced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 wallet required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143000"/>
            <a:ext cx="3931920" cy="822960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164592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Shape 7"/>
          <p:cNvSpPr/>
          <p:nvPr/>
        </p:nvSpPr>
        <p:spPr>
          <a:xfrm>
            <a:off x="5074920" y="1298448"/>
            <a:ext cx="420624" cy="420624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98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2356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Wallet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12,450,000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2130552"/>
            <a:ext cx="3931920" cy="822960"/>
          </a:xfrm>
          <a:prstGeom prst="rect">
            <a:avLst/>
          </a:prstGeom>
          <a:solidFill>
            <a:srgbClr val="1976D2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084832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084832"/>
            <a:ext cx="164592" cy="8229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2286000"/>
            <a:ext cx="420624" cy="420624"/>
          </a:xfrm>
          <a:prstGeom prst="ellipse">
            <a:avLst/>
          </a:prstGeom>
          <a:solidFill>
            <a:srgbClr val="64B5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21762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2496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450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5,200,000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3118104"/>
            <a:ext cx="3931920" cy="822960"/>
          </a:xfrm>
          <a:prstGeom prst="rect">
            <a:avLst/>
          </a:prstGeom>
          <a:solidFill>
            <a:srgbClr val="E65100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072384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072384"/>
            <a:ext cx="164592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3273552"/>
            <a:ext cx="420624" cy="420624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31638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3483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438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850,000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wallet can be customized with its own color and icon for easy visual identification.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Statistics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Budget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per category per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green → 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actual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per category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 visual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Month/year navigation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Progress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475488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0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97880" y="35204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77640"/>
            <a:ext cx="2674620" cy="347472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3977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A5D6A7">
              <a:alpha val="6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434840"/>
            <a:ext cx="5943600" cy="34747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34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44348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3657600"/>
            <a:ext cx="1463040" cy="146304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4023360"/>
            <a:ext cx="731520" cy="73152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Reports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8288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3474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monthly report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thumbnails in PDF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printing package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images per transaction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10912" y="987552"/>
            <a:ext cx="3657600" cy="374904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657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914400"/>
            <a:ext cx="36576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914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Records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4920" y="1508760"/>
            <a:ext cx="2011680" cy="256032"/>
          </a:xfrm>
          <a:prstGeom prst="rect">
            <a:avLst/>
          </a:prstGeom>
          <a:solidFill>
            <a:srgbClr val="A5D6A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5087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Financial_Records_April_2026.pdf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74920" y="1874520"/>
            <a:ext cx="3108960" cy="292608"/>
          </a:xfrm>
          <a:prstGeom prst="rect">
            <a:avLst/>
          </a:prstGeom>
          <a:solidFill>
            <a:srgbClr val="66BB6A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874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7804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74920" y="2167128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216712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7220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2,000,000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178040" y="21671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1,600,000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74920" y="245973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7220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500,000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78040" y="2459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225,000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752344"/>
            <a:ext cx="3108960" cy="29260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7523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7220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300,000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178040" y="27523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300,000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74920" y="2971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Attachments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solidFill>
            <a:srgbClr val="2E7D32">
              <a:alpha val="8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736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Financial_Records_April_2026.pdf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145536"/>
            <a:ext cx="9144000" cy="5486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A5D6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&amp; Security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encryption, and application security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36576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389120"/>
            <a:ext cx="182880" cy="73152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Encryption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37744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file list with metadata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 Encryption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Swipe-to-delete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27832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63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list or file picker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691640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627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Lock 4-6 digit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0756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(Fingerprint/Face)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45973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395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 on background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8437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required if biometric enabled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42900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4146804"/>
            <a:ext cx="54864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BB6A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solidFill>
            <a:srgbClr val="A5D6A7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Flow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 &amp; Home Widget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Linking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scheme: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/, /settings, /statistik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GoRouter 14.x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configured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Widget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75564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01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balance on home screen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25856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update on transaction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76148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2670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1.2jt, 500rb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2644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172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2064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XML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114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catalog://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880360" y="4315968"/>
            <a:ext cx="365760" cy="5486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4160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BB6A"/>
                </a:solidFill>
              </a:rPr>
              <a:t>▶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solidFill>
            <a:srgbClr val="66BB6A">
              <a:alpha val="8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4114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/statistik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840480"/>
            <a:ext cx="1645920" cy="164592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28016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Test Cases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widget tests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388E3C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AES-256-CBC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66BB6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APK Variants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armeabi, arm64, universal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A5D6A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theme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343400"/>
            <a:ext cx="914400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Tracker — Manage your finances wisely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Tracker</dc:title>
  <dc:subject>Personal Finance App Presentation</dc:subject>
  <dc:creator>Flutter App Documentation</dc:creator>
  <cp:lastModifiedBy>Flutter App Documentation</cp:lastModifiedBy>
  <cp:revision>1</cp:revision>
  <dcterms:created xsi:type="dcterms:W3CDTF">2026-04-01T20:32:17Z</dcterms:created>
  <dcterms:modified xsi:type="dcterms:W3CDTF">2026-04-01T20:32:17Z</dcterms:modified>
</cp:coreProperties>
</file>