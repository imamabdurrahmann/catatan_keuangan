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145536"/>
            <a:ext cx="9144000" cy="5486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A5D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&amp; Security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encryption, and application security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36576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389120"/>
            <a:ext cx="182880" cy="73152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2026-04-01T20:32:17Z</dcterms:created>
  <dcterms:modified xsi:type="dcterms:W3CDTF">2026-04-01T20:32:17Z</dcterms:modified>
</cp:coreProperties>
</file>