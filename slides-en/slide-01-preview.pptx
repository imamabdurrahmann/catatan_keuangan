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A5D6A7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840480"/>
            <a:ext cx="1828800" cy="1828800"/>
          </a:xfrm>
          <a:prstGeom prst="ellipse">
            <a:avLst/>
          </a:prstGeom>
          <a:solidFill>
            <a:srgbClr val="66BB6A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114800"/>
            <a:ext cx="137160" cy="13716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4251960"/>
            <a:ext cx="91440" cy="91440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977640"/>
            <a:ext cx="109728" cy="109728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Finance Tracker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Financial Management App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200400" cy="3657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finances with ease and security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371600" cy="411480"/>
          </a:xfrm>
          <a:prstGeom prst="rect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2026-04-01T20:32:17Z</dcterms:created>
  <dcterms:modified xsi:type="dcterms:W3CDTF">2026-04-01T20:32:17Z</dcterms:modified>
</cp:coreProperties>
</file>