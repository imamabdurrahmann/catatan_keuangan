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Laporan PDF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8288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3474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laporan bulanan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lampiran di PDF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printing package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gambar per transaksi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10912" y="987552"/>
            <a:ext cx="3657600" cy="3749040"/>
          </a:xfrm>
          <a:prstGeom prst="rect">
            <a:avLst/>
          </a:prstGeom>
          <a:solidFill>
            <a:srgbClr val="A5D6A7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3657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914400"/>
            <a:ext cx="36576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914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Catatan Keuangan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1508760"/>
            <a:ext cx="2011680" cy="256032"/>
          </a:xfrm>
          <a:prstGeom prst="rect">
            <a:avLst/>
          </a:prstGeom>
          <a:solidFill>
            <a:srgbClr val="A5D6A7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508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Catatan_Keuangan_April_2026.pdf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74920" y="1874520"/>
            <a:ext cx="3108960" cy="292608"/>
          </a:xfrm>
          <a:prstGeom prst="rect">
            <a:avLst/>
          </a:prstGeom>
          <a:solidFill>
            <a:srgbClr val="66BB6A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874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7804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4920" y="2167128"/>
            <a:ext cx="3108960" cy="29260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1671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Makanan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7220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2.000.000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17804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1.600.000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74920" y="24597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72200" y="2459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500.000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78040" y="2459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225.000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2752344"/>
            <a:ext cx="3108960" cy="29260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7523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Hiburan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72200" y="27523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300.000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178040" y="27523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300.000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74920" y="2971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Gambar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74920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650992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227064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03136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937760" y="4736592"/>
            <a:ext cx="3657600" cy="347472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736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Catatan_Keuangan_April_2026.pdf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2026-04-01T20:39:53Z</dcterms:created>
  <dcterms:modified xsi:type="dcterms:W3CDTF">2026-04-01T20:39:53Z</dcterms:modified>
</cp:coreProperties>
</file>