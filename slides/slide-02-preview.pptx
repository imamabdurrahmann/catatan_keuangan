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7D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Daftar Isi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841248"/>
            <a:ext cx="2011680" cy="41148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Umum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1517904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72768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Transaksi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0120" y="1993392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048256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0120" y="20482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Multi-Dompet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60120" y="2468880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2523744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5237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Statistik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60120" y="2944368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22" name="Shape 20"/>
          <p:cNvSpPr/>
          <p:nvPr/>
        </p:nvSpPr>
        <p:spPr>
          <a:xfrm>
            <a:off x="4480560" y="1097280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83480" y="10972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PDF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83480" y="1517904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0560" y="1572768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448056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83480" y="15727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Enkripsi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983480" y="1993392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30" name="Shape 28"/>
          <p:cNvSpPr/>
          <p:nvPr/>
        </p:nvSpPr>
        <p:spPr>
          <a:xfrm>
            <a:off x="4480560" y="2048256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4480560" y="2048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204825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983480" y="2468880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34" name="Shape 32"/>
          <p:cNvSpPr/>
          <p:nvPr/>
        </p:nvSpPr>
        <p:spPr>
          <a:xfrm>
            <a:off x="4480560" y="2523744"/>
            <a:ext cx="384048" cy="38404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4480560" y="2523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983480" y="25237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88E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Linking &amp; Widget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983480" y="2944368"/>
            <a:ext cx="54864" cy="54864"/>
          </a:xfrm>
          <a:prstGeom prst="ellipse">
            <a:avLst/>
          </a:prstGeom>
          <a:solidFill>
            <a:srgbClr val="A5D6A7"/>
          </a:solidFill>
          <a:ln/>
        </p:spPr>
      </p:sp>
      <p:sp>
        <p:nvSpPr>
          <p:cNvPr id="38" name="Shape 36"/>
          <p:cNvSpPr/>
          <p:nvPr/>
        </p:nvSpPr>
        <p:spPr>
          <a:xfrm>
            <a:off x="4251960" y="1097280"/>
            <a:ext cx="22860" cy="1828800"/>
          </a:xfrm>
          <a:prstGeom prst="rect">
            <a:avLst/>
          </a:prstGeom>
          <a:solidFill>
            <a:srgbClr val="A5D6A7"/>
          </a:solidFill>
          <a:ln/>
        </p:spPr>
      </p:sp>
      <p:sp>
        <p:nvSpPr>
          <p:cNvPr id="39" name="Shape 37"/>
          <p:cNvSpPr/>
          <p:nvPr/>
        </p:nvSpPr>
        <p:spPr>
          <a:xfrm>
            <a:off x="8046720" y="4206240"/>
            <a:ext cx="1371600" cy="1371600"/>
          </a:xfrm>
          <a:prstGeom prst="ellipse">
            <a:avLst/>
          </a:prstGeom>
          <a:solidFill>
            <a:srgbClr val="A5D6A7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8321040" y="3840480"/>
            <a:ext cx="548640" cy="548640"/>
          </a:xfrm>
          <a:prstGeom prst="ellipse">
            <a:avLst/>
          </a:prstGeom>
          <a:solidFill>
            <a:srgbClr val="66BB6A">
              <a:alpha val="5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2026-04-01T20:39:53Z</dcterms:created>
  <dcterms:modified xsi:type="dcterms:W3CDTF">2026-04-01T20:39:53Z</dcterms:modified>
</cp:coreProperties>
</file>