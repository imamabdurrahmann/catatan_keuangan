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Multi-Dompet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01168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Buat, edit, hapus wallet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kustom per wallet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di-sync otomatis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1 dompet harus ada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0600" y="1143000"/>
            <a:ext cx="3931920" cy="822960"/>
          </a:xfrm>
          <a:prstGeom prst="rect">
            <a:avLst/>
          </a:prstGeom>
          <a:solidFill>
            <a:srgbClr val="2E7D32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097280"/>
            <a:ext cx="3931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97280"/>
            <a:ext cx="164592" cy="8229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Shape 7"/>
          <p:cNvSpPr/>
          <p:nvPr/>
        </p:nvSpPr>
        <p:spPr>
          <a:xfrm>
            <a:off x="5074920" y="1298448"/>
            <a:ext cx="420624" cy="420624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2984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23560" y="1188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Dompet Utama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1463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12.450.000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2130552"/>
            <a:ext cx="3931920" cy="822960"/>
          </a:xfrm>
          <a:prstGeom prst="rect">
            <a:avLst/>
          </a:prstGeom>
          <a:solidFill>
            <a:srgbClr val="1976D2">
              <a:alpha val="2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2084832"/>
            <a:ext cx="3931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084832"/>
            <a:ext cx="164592" cy="82296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7" name="Shape 15"/>
          <p:cNvSpPr/>
          <p:nvPr/>
        </p:nvSpPr>
        <p:spPr>
          <a:xfrm>
            <a:off x="5074920" y="2286000"/>
            <a:ext cx="420624" cy="420624"/>
          </a:xfrm>
          <a:prstGeom prst="ellipse">
            <a:avLst/>
          </a:prstGeom>
          <a:solidFill>
            <a:srgbClr val="64B5F6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2860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23560" y="21762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Tabungan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23560" y="24963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4505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5.200.000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00600" y="3118104"/>
            <a:ext cx="3931920" cy="822960"/>
          </a:xfrm>
          <a:prstGeom prst="rect">
            <a:avLst/>
          </a:prstGeom>
          <a:solidFill>
            <a:srgbClr val="E65100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3072384"/>
            <a:ext cx="3931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3072384"/>
            <a:ext cx="164592" cy="8229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074920" y="3273552"/>
            <a:ext cx="420624" cy="420624"/>
          </a:xfrm>
          <a:prstGeom prst="ellipse">
            <a:avLst/>
          </a:prstGeom>
          <a:solidFill>
            <a:srgbClr val="FFB74D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273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23560" y="31638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Hiburan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34838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43814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850.000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54880" y="41605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dompet bisa diatur dengan warna dan ikon kustom untuk pengenalan visual yang mudah.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2026-04-01T20:13:05Z</dcterms:created>
  <dcterms:modified xsi:type="dcterms:W3CDTF">2026-04-01T20:13:05Z</dcterms:modified>
</cp:coreProperties>
</file>