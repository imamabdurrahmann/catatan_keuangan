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&amp; Enkripsi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01168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file backup dengan metadata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Enkripsi AES-256-CBC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459736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Swipe-to-delete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43784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797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via sistem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27832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638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dari daftar atau file picker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Keamanan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155448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691640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Lock 4-6 digit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207568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(Fingerprint/Face)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2459736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Auto-lock saat background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2843784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7797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wajib jika biometric aktif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645920" y="3931920"/>
            <a:ext cx="1645920" cy="502920"/>
          </a:xfrm>
          <a:prstGeom prst="rect">
            <a:avLst/>
          </a:prstGeom>
          <a:solidFill>
            <a:srgbClr val="A5D6A7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29000" y="4146804"/>
            <a:ext cx="54864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1" name="Text 29"/>
          <p:cNvSpPr/>
          <p:nvPr/>
        </p:nvSpPr>
        <p:spPr>
          <a:xfrm>
            <a:off x="3794760" y="40005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BB6A"/>
                </a:solidFill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0" y="3931920"/>
            <a:ext cx="201168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0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AES-256-CBC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35040" y="4146804"/>
            <a:ext cx="54864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0005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BB6A"/>
                </a:solidFill>
              </a:rPr>
              <a:t>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3931920"/>
            <a:ext cx="1645920" cy="502920"/>
          </a:xfrm>
          <a:prstGeom prst="rect">
            <a:avLst/>
          </a:prstGeom>
          <a:solidFill>
            <a:srgbClr val="A5D6A7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File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3886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Flow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2026-04-01T20:39:53Z</dcterms:created>
  <dcterms:modified xsi:type="dcterms:W3CDTF">2026-04-01T20:39:53Z</dcterms:modified>
</cp:coreProperties>
</file>