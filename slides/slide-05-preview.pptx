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Pencatatan Transaksi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28600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Jenis: Pemasukan &amp; Pengeluaran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dengan icon kustom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Lampiran: foto &amp; file arbitrary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Recurring: Daily, Weekly, Monthly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 dengan restore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4064" y="1152144"/>
            <a:ext cx="3657600" cy="3474720"/>
          </a:xfrm>
          <a:prstGeom prst="rect">
            <a:avLst/>
          </a:prstGeom>
          <a:solidFill>
            <a:srgbClr val="A5D6A7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029200" y="1097280"/>
            <a:ext cx="3657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1097280"/>
            <a:ext cx="365760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10972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1737360"/>
            <a:ext cx="3657600" cy="59436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11" name="Shape 9"/>
          <p:cNvSpPr/>
          <p:nvPr/>
        </p:nvSpPr>
        <p:spPr>
          <a:xfrm>
            <a:off x="5212080" y="1874520"/>
            <a:ext cx="320040" cy="32004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23560" y="1737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Gaji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0" y="17373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+ 8.500.000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12080" y="2322576"/>
            <a:ext cx="3291840" cy="9144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16" name="Shape 14"/>
          <p:cNvSpPr/>
          <p:nvPr/>
        </p:nvSpPr>
        <p:spPr>
          <a:xfrm>
            <a:off x="5212080" y="2468880"/>
            <a:ext cx="320040" cy="320040"/>
          </a:xfrm>
          <a:prstGeom prst="ellipse">
            <a:avLst/>
          </a:prstGeom>
          <a:solidFill>
            <a:srgbClr val="E57373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23560" y="23317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Belanja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0" y="23317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- 250.000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12080" y="2916936"/>
            <a:ext cx="3291840" cy="9144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0" y="2926080"/>
            <a:ext cx="3657600" cy="59436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22" name="Shape 20"/>
          <p:cNvSpPr/>
          <p:nvPr/>
        </p:nvSpPr>
        <p:spPr>
          <a:xfrm>
            <a:off x="5212080" y="3063240"/>
            <a:ext cx="320040" cy="320040"/>
          </a:xfrm>
          <a:prstGeom prst="ellipse">
            <a:avLst/>
          </a:prstGeom>
          <a:solidFill>
            <a:srgbClr val="E57373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23560" y="29260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32320" y="29260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5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- 45.000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212080" y="3657600"/>
            <a:ext cx="1188720" cy="292608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365760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92240" y="3657600"/>
            <a:ext cx="1005840" cy="292608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36576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Lampiran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2026-04-01T20:13:05Z</dcterms:created>
  <dcterms:modified xsi:type="dcterms:W3CDTF">2026-04-01T20:13:05Z</dcterms:modified>
</cp:coreProperties>
</file>