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840480"/>
            <a:ext cx="1645920" cy="1645920"/>
          </a:xfrm>
          <a:prstGeom prst="ellipse">
            <a:avLst/>
          </a:prstGeom>
          <a:solidFill>
            <a:srgbClr val="A5D6A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Ringkasan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463040" cy="4572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2E7D32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Test Cases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widget tests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3840480" cy="1371600"/>
          </a:xfrm>
          <a:prstGeom prst="rect">
            <a:avLst>
              <a:gd name="adj" fmla="val 5333"/>
            </a:avLst>
          </a:prstGeom>
          <a:solidFill>
            <a:srgbClr val="388E3C"/>
          </a:solidFill>
          <a:ln/>
        </p:spPr>
      </p:sp>
      <p:sp>
        <p:nvSpPr>
          <p:cNvPr id="11" name="Shape 9"/>
          <p:cNvSpPr/>
          <p:nvPr/>
        </p:nvSpPr>
        <p:spPr>
          <a:xfrm>
            <a:off x="4800600" y="100584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AES-256-CBC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Enkripsi end-to-end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66BB6A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APK Variants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armeabi, arm64, universal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2651760"/>
            <a:ext cx="3840480" cy="1371600"/>
          </a:xfrm>
          <a:prstGeom prst="rect">
            <a:avLst>
              <a:gd name="adj" fmla="val 5333"/>
            </a:avLst>
          </a:prstGeom>
          <a:solidFill>
            <a:srgbClr val="A5D6A7"/>
          </a:solidFill>
          <a:ln/>
        </p:spPr>
      </p:sp>
      <p:sp>
        <p:nvSpPr>
          <p:cNvPr id="19" name="Shape 17"/>
          <p:cNvSpPr/>
          <p:nvPr/>
        </p:nvSpPr>
        <p:spPr>
          <a:xfrm>
            <a:off x="4800600" y="2651760"/>
            <a:ext cx="91440" cy="1371600"/>
          </a:xfrm>
          <a:prstGeom prst="rect">
            <a:avLst>
              <a:gd name="adj" fmla="val 80000"/>
            </a:avLst>
          </a:prstGeom>
          <a:solidFill>
            <a:srgbClr val="2E7D32">
              <a:alpha val="7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2834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 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029200" y="3474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Dark theme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343400"/>
            <a:ext cx="914400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3434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Keuangan — Kelola keuanganmu dengan bijak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66BB6A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