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Gambaran Umum Aplikasi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92608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transaksi harian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6052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204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 dengan saldo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bulanan per kategori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bulanan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3756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16052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52044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terenkripsi AES-256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4088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0080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+ Biometric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-365760" y="4389120"/>
            <a:ext cx="1097280" cy="1097280"/>
          </a:xfrm>
          <a:prstGeom prst="ellipse">
            <a:avLst/>
          </a:prstGeom>
          <a:solidFill>
            <a:srgbClr val="A5D6A7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4114800"/>
            <a:ext cx="1188720" cy="1188720"/>
          </a:xfrm>
          <a:prstGeom prst="ellipse">
            <a:avLst/>
          </a:prstGeom>
          <a:solidFill>
            <a:srgbClr val="66BB6A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2026-04-01T20:39:53Z</dcterms:created>
  <dcterms:modified xsi:type="dcterms:W3CDTF">2026-04-01T20:39:53Z</dcterms:modified>
</cp:coreProperties>
</file>