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&amp; Statistik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2011680" cy="457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393192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Bulanan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budget per kategori per bulan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 hijau → merah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dengan aktual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931920" cy="45720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51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Statistik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54880" y="150876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6002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per kategori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indicator visual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Navigasi bulan/tahun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Pengeluaran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5943600" cy="347472"/>
          </a:xfrm>
          <a:prstGeom prst="rect">
            <a:avLst/>
          </a:prstGeom>
          <a:solidFill>
            <a:srgbClr val="A5D6A7">
              <a:alpha val="60000"/>
            </a:srgbClr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520440"/>
            <a:ext cx="4754880" cy="3474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5204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Makanan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97880" y="35204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5943600" cy="347472"/>
          </a:xfrm>
          <a:prstGeom prst="rect">
            <a:avLst/>
          </a:prstGeom>
          <a:solidFill>
            <a:srgbClr val="A5D6A7">
              <a:alpha val="60000"/>
            </a:srgbClr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977640"/>
            <a:ext cx="2674620" cy="347472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9776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Transportasi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97880" y="39776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434840"/>
            <a:ext cx="5943600" cy="347472"/>
          </a:xfrm>
          <a:prstGeom prst="rect">
            <a:avLst/>
          </a:prstGeom>
          <a:solidFill>
            <a:srgbClr val="A5D6A7">
              <a:alpha val="60000"/>
            </a:srgbClr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434840"/>
            <a:ext cx="5943600" cy="34747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4348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Hiburan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97880" y="44348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863840" y="3657600"/>
            <a:ext cx="1463040" cy="1463040"/>
          </a:xfrm>
          <a:prstGeom prst="ellipse">
            <a:avLst/>
          </a:prstGeom>
          <a:solidFill>
            <a:srgbClr val="A5D6A7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0" y="4023360"/>
            <a:ext cx="731520" cy="731520"/>
          </a:xfrm>
          <a:prstGeom prst="ellipse">
            <a:avLst/>
          </a:prstGeom>
          <a:solidFill>
            <a:srgbClr val="66BB6A">
              <a:alpha val="5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2026-04-01T20:39:53Z</dcterms:created>
  <dcterms:modified xsi:type="dcterms:W3CDTF">2026-04-01T20:39:53Z</dcterms:modified>
</cp:coreProperties>
</file>