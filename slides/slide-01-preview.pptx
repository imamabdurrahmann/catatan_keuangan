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5D6A7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66BB6A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114800"/>
            <a:ext cx="137160" cy="1371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251960"/>
            <a:ext cx="91440" cy="91440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977640"/>
            <a:ext cx="109728" cy="109728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Catatan Keuangan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Pencatatan Keuangan Personal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20040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keuanganmu dengan mudah dan aman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371600" cy="411480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