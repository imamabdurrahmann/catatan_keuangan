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 &amp; Keamanan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enkripsi, dan keamanan aplikasi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