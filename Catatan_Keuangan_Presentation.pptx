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5D6A7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66BB6A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114800"/>
            <a:ext cx="137160" cy="1371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251960"/>
            <a:ext cx="91440" cy="91440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977640"/>
            <a:ext cx="109728" cy="109728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Catatan Keuangan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Pencatatan Keuangan Personal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20040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keuanganmu dengan mudah dan aman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371600" cy="411480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Daftar Isi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2011680" cy="4114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1517904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Transaksi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1993392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4825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Multi-Dompet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2468880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237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23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Statistik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2944368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056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PDF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83480" y="1517904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157276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Enkripsi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83480" y="1993392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0" y="204825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83480" y="2468880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0560" y="25237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2523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 &amp; Widget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83480" y="2944368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8" name="Shape 36"/>
          <p:cNvSpPr/>
          <p:nvPr/>
        </p:nvSpPr>
        <p:spPr>
          <a:xfrm>
            <a:off x="4251960" y="1097280"/>
            <a:ext cx="22860" cy="1828800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0" y="4206240"/>
            <a:ext cx="1371600" cy="1371600"/>
          </a:xfrm>
          <a:prstGeom prst="ellipse">
            <a:avLst/>
          </a:prstGeom>
          <a:solidFill>
            <a:srgbClr val="A5D6A7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21040" y="3840480"/>
            <a:ext cx="548640" cy="54864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Gambaran Umum Aplikasi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92608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transaksi harian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6052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204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 dengan saldo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bulanan per kategori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bulanan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3756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16052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52044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terenkripsi AES-256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4088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0080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+ Biometric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-365760" y="4389120"/>
            <a:ext cx="1097280" cy="1097280"/>
          </a:xfrm>
          <a:prstGeom prst="ellipse">
            <a:avLst/>
          </a:prstGeom>
          <a:solidFill>
            <a:srgbClr val="A5D6A7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4114800"/>
            <a:ext cx="1188720" cy="1188720"/>
          </a:xfrm>
          <a:prstGeom prst="ellipse">
            <a:avLst/>
          </a:prstGeom>
          <a:solidFill>
            <a:srgbClr val="66BB6A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145536"/>
            <a:ext cx="9144000" cy="5486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A5D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Utama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inti aplikasi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3657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89120"/>
            <a:ext cx="182880" cy="73152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Pencatatan Transaksi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Jenis: Pemasukan &amp; Pengeluaran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dengan icon kustom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Lampiran: foto &amp; file arbitrary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Recurring: Daily, Weekly, Monthly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dengan restore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4064" y="1152144"/>
            <a:ext cx="3657600" cy="3474720"/>
          </a:xfrm>
          <a:prstGeom prst="rect">
            <a:avLst/>
          </a:prstGeom>
          <a:solidFill>
            <a:srgbClr val="A5D6A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097280"/>
            <a:ext cx="36576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097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737360"/>
            <a:ext cx="3657600" cy="59436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1874520"/>
            <a:ext cx="320040" cy="32004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+ 8.500.000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2322576"/>
            <a:ext cx="3291840" cy="914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2080" y="2468880"/>
            <a:ext cx="320040" cy="32004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331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- 250.000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2916936"/>
            <a:ext cx="3291840" cy="914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2926080"/>
            <a:ext cx="3657600" cy="59436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0" y="3063240"/>
            <a:ext cx="320040" cy="32004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2926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- 45.000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3657600"/>
            <a:ext cx="1188720" cy="292608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657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657600"/>
            <a:ext cx="1005840" cy="292608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657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Lampiran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Multi-Dompet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Buat, edit, hapus wallet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kustom per wallet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di-sync otomatis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1 dompet harus ada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143000"/>
            <a:ext cx="3931920" cy="822960"/>
          </a:xfrm>
          <a:prstGeom prst="rect">
            <a:avLst/>
          </a:prstGeom>
          <a:solidFill>
            <a:srgbClr val="2E7D32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164592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Shape 7"/>
          <p:cNvSpPr/>
          <p:nvPr/>
        </p:nvSpPr>
        <p:spPr>
          <a:xfrm>
            <a:off x="5074920" y="1298448"/>
            <a:ext cx="420624" cy="420624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98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23560" y="1188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Dompet Utama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12.450.000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2130552"/>
            <a:ext cx="3931920" cy="822960"/>
          </a:xfrm>
          <a:prstGeom prst="rect">
            <a:avLst/>
          </a:prstGeom>
          <a:solidFill>
            <a:srgbClr val="1976D2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084832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084832"/>
            <a:ext cx="164592" cy="82296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4920" y="2286000"/>
            <a:ext cx="420624" cy="420624"/>
          </a:xfrm>
          <a:prstGeom prst="ellipse">
            <a:avLst/>
          </a:prstGeom>
          <a:solidFill>
            <a:srgbClr val="64B5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21762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Tabungan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2496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450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5.200.000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00600" y="3118104"/>
            <a:ext cx="3931920" cy="822960"/>
          </a:xfrm>
          <a:prstGeom prst="rect">
            <a:avLst/>
          </a:prstGeom>
          <a:solidFill>
            <a:srgbClr val="E65100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072384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072384"/>
            <a:ext cx="164592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3273552"/>
            <a:ext cx="420624" cy="420624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273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31638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Hiburan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3483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4381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850.000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dompet bisa diatur dengan warna dan ikon kustom untuk pengenalan visual yang mudah.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Statistik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Bulanan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per kategori per bulan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hijau → merah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dengan aktual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per kategori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 visual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 bulan/tahun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Pengeluaran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475488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0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Makanan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5204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77640"/>
            <a:ext cx="2674620" cy="347472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Transportasi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3977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34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Hiburan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4434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3657600"/>
            <a:ext cx="1463040" cy="146304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023360"/>
            <a:ext cx="731520" cy="73152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Laporan PDF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8288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3474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laporan bulanan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lampiran di PDF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printing package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gambar per transaksi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10912" y="987552"/>
            <a:ext cx="3657600" cy="374904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3657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914400"/>
            <a:ext cx="36576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914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Catatan Keuangan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1508760"/>
            <a:ext cx="2011680" cy="256032"/>
          </a:xfrm>
          <a:prstGeom prst="rect">
            <a:avLst/>
          </a:prstGeom>
          <a:solidFill>
            <a:srgbClr val="A5D6A7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508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Catatan_Keuangan_April_2026.pdf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74920" y="1874520"/>
            <a:ext cx="3108960" cy="292608"/>
          </a:xfrm>
          <a:prstGeom prst="rect">
            <a:avLst/>
          </a:prstGeom>
          <a:solidFill>
            <a:srgbClr val="66BB6A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874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7804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4920" y="2167128"/>
            <a:ext cx="3108960" cy="29260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1671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Makanan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7220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2.000.000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7804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1.600.000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74920" y="24597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72200" y="2459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500.000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78040" y="2459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225.000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752344"/>
            <a:ext cx="3108960" cy="29260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7523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Hiburan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72200" y="27523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300.000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178040" y="27523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300.000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74920" y="2971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Gambar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74920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650992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227064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03136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937760" y="4736592"/>
            <a:ext cx="3657600" cy="347472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736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Catatan_Keuangan_April_2026.pdf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145536"/>
            <a:ext cx="9144000" cy="5486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A5D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Operasi &amp; Keamanan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enkripsi, dan keamanan aplikasi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3657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89120"/>
            <a:ext cx="182880" cy="73152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&amp; Enkripsi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file backup dengan metadata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Enkripsi AES-256-CBC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Swipe-to-delete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437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sistem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27832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63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dari daftar atau file picker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Keamanan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691640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Lock 4-6 digit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0756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(Fingerprint/Face)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45973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saat background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8437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wajib jika biometric aktif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3931920"/>
            <a:ext cx="1645920" cy="502920"/>
          </a:xfrm>
          <a:prstGeom prst="rect">
            <a:avLst/>
          </a:prstGeom>
          <a:solidFill>
            <a:srgbClr val="A5D6A7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29000" y="4146804"/>
            <a:ext cx="54864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4146804"/>
            <a:ext cx="54864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3931920"/>
            <a:ext cx="1645920" cy="502920"/>
          </a:xfrm>
          <a:prstGeom prst="rect">
            <a:avLst/>
          </a:prstGeom>
          <a:solidFill>
            <a:srgbClr val="A5D6A7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Flow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Linking &amp; Home Widget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5564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scheme: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catalog://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/, /settings, /statistik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 14.x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644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configured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Widget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75564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saldo di home screen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25856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setiap transaksi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7614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1.2jt, 500rb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2644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XML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4114800"/>
            <a:ext cx="1463040" cy="41148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catalog://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4315968"/>
            <a:ext cx="36576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4160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BB6A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/statistik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840480"/>
            <a:ext cx="1645920" cy="164592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Ringkasan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46304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05840"/>
            <a:ext cx="3840480" cy="1371600"/>
          </a:xfrm>
          <a:prstGeom prst="rect">
            <a:avLst>
              <a:gd name="adj" fmla="val 5333"/>
            </a:avLst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0584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Test Cases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widget tests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3840480" cy="1371600"/>
          </a:xfrm>
          <a:prstGeom prst="rect">
            <a:avLst>
              <a:gd name="adj" fmla="val 5333"/>
            </a:avLst>
          </a:prstGeom>
          <a:solidFill>
            <a:srgbClr val="388E3C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00584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AES-256-CBC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Enkripsi end-to-end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3840480" cy="1371600"/>
          </a:xfrm>
          <a:prstGeom prst="rect">
            <a:avLst>
              <a:gd name="adj" fmla="val 5333"/>
            </a:avLst>
          </a:prstGeom>
          <a:solidFill>
            <a:srgbClr val="66BB6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5176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APK Variants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armeabi, arm64, universal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2651760"/>
            <a:ext cx="3840480" cy="1371600"/>
          </a:xfrm>
          <a:prstGeom prst="rect">
            <a:avLst>
              <a:gd name="adj" fmla="val 5333"/>
            </a:avLst>
          </a:prstGeom>
          <a:solidFill>
            <a:srgbClr val="A5D6A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265176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theme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343400"/>
            <a:ext cx="914400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Keuangan — Kelola keuanganmu dengan bijak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Catatan Keuangan</dc:title>
  <dc:subject>Personal Finance App Presentation</dc:subject>
  <dc:creator>Flutter App Documentation</dc:creator>
  <cp:lastModifiedBy>Flutter App Documentation</cp:lastModifiedBy>
  <cp:revision>1</cp:revision>
  <dcterms:created xsi:type="dcterms:W3CDTF">2026-04-01T20:39:53Z</dcterms:created>
  <dcterms:modified xsi:type="dcterms:W3CDTF">2026-04-01T20:39:53Z</dcterms:modified>
</cp:coreProperties>
</file>